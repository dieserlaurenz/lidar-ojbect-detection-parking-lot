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8" r:id="rId2"/>
    <p:sldId id="336" r:id="rId3"/>
    <p:sldId id="329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621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5922DD-CC85-4841-91F2-FB17234598AE}" type="datetimeFigureOut">
              <a:rPr lang="de-DE" smtClean="0"/>
              <a:t>08.05.23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A0612F-1F38-4844-9380-30DAB0619AE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3358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09E50F-F78E-4BAA-81BB-4B3829CCDECC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3401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09E50F-F78E-4BAA-81BB-4B3829CCDECC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051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D79FAEFC-A781-4072-B5CE-D9BE3E95AD35}" type="datetimeFigureOut">
              <a:rPr lang="de-DE" smtClean="0"/>
              <a:t>08.05.23</a:t>
            </a:fld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C5437-A560-4388-A936-497BAD7CB8B9}" type="slidenum">
              <a:rPr lang="de-DE" smtClean="0"/>
              <a:t>‹Nr.›</a:t>
            </a:fld>
            <a:endParaRPr lang="de-DE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13"/>
          </p:nvPr>
        </p:nvSpPr>
        <p:spPr>
          <a:xfrm>
            <a:off x="318923" y="971998"/>
            <a:ext cx="11549076" cy="523324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5895829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tion-Titel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D79FAEFC-A781-4072-B5CE-D9BE3E95AD35}" type="datetimeFigureOut">
              <a:rPr lang="de-DE" smtClean="0"/>
              <a:t>08.05.23</a:t>
            </a:fld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C5437-A560-4388-A936-497BAD7CB8B9}" type="slidenum">
              <a:rPr lang="de-DE" smtClean="0"/>
              <a:t>‹Nr.›</a:t>
            </a:fld>
            <a:endParaRPr lang="de-DE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13"/>
          </p:nvPr>
        </p:nvSpPr>
        <p:spPr>
          <a:xfrm>
            <a:off x="318923" y="1628800"/>
            <a:ext cx="11549076" cy="45764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324579" y="977524"/>
            <a:ext cx="11543420" cy="486000"/>
          </a:xfrm>
        </p:spPr>
        <p:txBody>
          <a:bodyPr anchor="ctr"/>
          <a:lstStyle>
            <a:lvl1pPr>
              <a:defRPr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6816755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ane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D79FAEFC-A781-4072-B5CE-D9BE3E95AD35}" type="datetimeFigureOut">
              <a:rPr lang="de-DE" smtClean="0"/>
              <a:t>08.05.23</a:t>
            </a:fld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C5437-A560-4388-A936-497BAD7CB8B9}" type="slidenum">
              <a:rPr lang="de-DE" smtClean="0"/>
              <a:t>‹Nr.›</a:t>
            </a:fld>
            <a:endParaRPr lang="de-DE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13"/>
          </p:nvPr>
        </p:nvSpPr>
        <p:spPr>
          <a:xfrm>
            <a:off x="318923" y="971998"/>
            <a:ext cx="5616000" cy="523324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7" name="Content Placeholder 25"/>
          <p:cNvSpPr>
            <a:spLocks noGrp="1"/>
          </p:cNvSpPr>
          <p:nvPr>
            <p:ph sz="quarter" idx="14"/>
          </p:nvPr>
        </p:nvSpPr>
        <p:spPr>
          <a:xfrm>
            <a:off x="6251999" y="971998"/>
            <a:ext cx="5616000" cy="523324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8511165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and Two-Pane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D79FAEFC-A781-4072-B5CE-D9BE3E95AD35}" type="datetimeFigureOut">
              <a:rPr lang="de-DE" smtClean="0"/>
              <a:t>08.05.23</a:t>
            </a:fld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C5437-A560-4388-A936-497BAD7CB8B9}" type="slidenum">
              <a:rPr lang="de-DE" smtClean="0"/>
              <a:t>‹Nr.›</a:t>
            </a:fld>
            <a:endParaRPr lang="de-DE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13"/>
          </p:nvPr>
        </p:nvSpPr>
        <p:spPr>
          <a:xfrm>
            <a:off x="318923" y="1700808"/>
            <a:ext cx="5616000" cy="45044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7" name="Content Placeholder 25"/>
          <p:cNvSpPr>
            <a:spLocks noGrp="1"/>
          </p:cNvSpPr>
          <p:nvPr>
            <p:ph sz="quarter" idx="14"/>
          </p:nvPr>
        </p:nvSpPr>
        <p:spPr>
          <a:xfrm>
            <a:off x="6251999" y="1700808"/>
            <a:ext cx="5616000" cy="45044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324579" y="977524"/>
            <a:ext cx="5610343" cy="486000"/>
          </a:xfrm>
        </p:spPr>
        <p:txBody>
          <a:bodyPr anchor="ctr"/>
          <a:lstStyle>
            <a:lvl1pPr>
              <a:defRPr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6257656" y="977524"/>
            <a:ext cx="5610343" cy="486000"/>
          </a:xfrm>
        </p:spPr>
        <p:txBody>
          <a:bodyPr anchor="ctr"/>
          <a:lstStyle>
            <a:lvl1pPr>
              <a:defRPr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5775468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ane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D79FAEFC-A781-4072-B5CE-D9BE3E95AD35}" type="datetimeFigureOut">
              <a:rPr lang="de-DE" smtClean="0"/>
              <a:t>08.05.23</a:t>
            </a:fld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C5437-A560-4388-A936-497BAD7CB8B9}" type="slidenum">
              <a:rPr lang="de-DE" smtClean="0"/>
              <a:t>‹Nr.›</a:t>
            </a:fld>
            <a:endParaRPr lang="de-DE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13"/>
          </p:nvPr>
        </p:nvSpPr>
        <p:spPr>
          <a:xfrm>
            <a:off x="318923" y="971998"/>
            <a:ext cx="5616000" cy="523324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7" name="Content Placeholder 25"/>
          <p:cNvSpPr>
            <a:spLocks noGrp="1"/>
          </p:cNvSpPr>
          <p:nvPr>
            <p:ph sz="quarter" idx="14"/>
          </p:nvPr>
        </p:nvSpPr>
        <p:spPr>
          <a:xfrm>
            <a:off x="6251999" y="971998"/>
            <a:ext cx="5616000" cy="2484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8" name="Content Placeholder 25"/>
          <p:cNvSpPr>
            <a:spLocks noGrp="1"/>
          </p:cNvSpPr>
          <p:nvPr>
            <p:ph sz="quarter" idx="15"/>
          </p:nvPr>
        </p:nvSpPr>
        <p:spPr>
          <a:xfrm>
            <a:off x="6251999" y="3726773"/>
            <a:ext cx="5616000" cy="2484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6791530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p-Dow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D79FAEFC-A781-4072-B5CE-D9BE3E95AD35}" type="datetimeFigureOut">
              <a:rPr lang="de-DE" smtClean="0"/>
              <a:t>08.05.23</a:t>
            </a:fld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C5437-A560-4388-A936-497BAD7CB8B9}" type="slidenum">
              <a:rPr lang="de-DE" smtClean="0"/>
              <a:t>‹Nr.›</a:t>
            </a:fld>
            <a:endParaRPr lang="de-DE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13"/>
          </p:nvPr>
        </p:nvSpPr>
        <p:spPr>
          <a:xfrm>
            <a:off x="318923" y="971998"/>
            <a:ext cx="11549076" cy="2484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7" name="Content Placeholder 25"/>
          <p:cNvSpPr>
            <a:spLocks noGrp="1"/>
          </p:cNvSpPr>
          <p:nvPr>
            <p:ph sz="quarter" idx="14"/>
          </p:nvPr>
        </p:nvSpPr>
        <p:spPr>
          <a:xfrm>
            <a:off x="318923" y="3725653"/>
            <a:ext cx="11549076" cy="2484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4920643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73"/>
          <p:cNvSpPr>
            <a:spLocks noChangeAspect="1" noChangeArrowheads="1"/>
          </p:cNvSpPr>
          <p:nvPr/>
        </p:nvSpPr>
        <p:spPr bwMode="auto">
          <a:xfrm>
            <a:off x="0" y="0"/>
            <a:ext cx="12192000" cy="242997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1436" tIns="45719" rIns="91436" bIns="45719" anchor="ctr"/>
          <a:lstStyle/>
          <a:p>
            <a:pPr algn="ctr">
              <a:spcBef>
                <a:spcPct val="0"/>
              </a:spcBef>
              <a:defRPr/>
            </a:pPr>
            <a:endParaRPr lang="en-US" sz="24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6" name="Rectangle 406"/>
          <p:cNvSpPr>
            <a:spLocks noChangeAspect="1" noChangeArrowheads="1"/>
          </p:cNvSpPr>
          <p:nvPr/>
        </p:nvSpPr>
        <p:spPr bwMode="auto">
          <a:xfrm>
            <a:off x="3" y="2429970"/>
            <a:ext cx="972000" cy="97200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endParaRPr lang="en-US" sz="24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26" name="Rectangle 406"/>
          <p:cNvSpPr>
            <a:spLocks noChangeAspect="1" noChangeArrowheads="1"/>
          </p:cNvSpPr>
          <p:nvPr/>
        </p:nvSpPr>
        <p:spPr bwMode="auto">
          <a:xfrm>
            <a:off x="964302" y="2429970"/>
            <a:ext cx="11227698" cy="9720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endParaRPr lang="en-US" sz="24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ctrTitle" sz="quarter"/>
          </p:nvPr>
        </p:nvSpPr>
        <p:spPr>
          <a:xfrm>
            <a:off x="964302" y="3721206"/>
            <a:ext cx="10255698" cy="648000"/>
          </a:xfrm>
        </p:spPr>
        <p:txBody>
          <a:bodyPr wrap="square" lIns="0" tIns="0" rIns="0" bIns="0" anchor="ctr"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702" name="Rectangle 582"/>
          <p:cNvSpPr>
            <a:spLocks noGrp="1" noChangeArrowheads="1"/>
          </p:cNvSpPr>
          <p:nvPr>
            <p:ph type="subTitle" idx="1"/>
          </p:nvPr>
        </p:nvSpPr>
        <p:spPr>
          <a:xfrm>
            <a:off x="964302" y="4697911"/>
            <a:ext cx="10255698" cy="9625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252551" y="324000"/>
            <a:ext cx="5615449" cy="1786734"/>
          </a:xfrm>
          <a:prstGeom prst="rect">
            <a:avLst/>
          </a:prstGeom>
        </p:spPr>
      </p:pic>
      <p:sp>
        <p:nvSpPr>
          <p:cNvPr id="10" name="Rectangle Green">
            <a:extLst>
              <a:ext uri="{FF2B5EF4-FFF2-40B4-BE49-F238E27FC236}">
                <a16:creationId xmlns:a16="http://schemas.microsoft.com/office/drawing/2014/main" id="{BC77C266-057B-4F78-ABF8-9DDB1ED579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68000" y="0"/>
            <a:ext cx="324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  <a:defRPr/>
            </a:pPr>
            <a:endParaRPr lang="en-US" sz="2400">
              <a:solidFill>
                <a:schemeClr val="bg1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32013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Rectangle 6"/>
          <p:cNvSpPr>
            <a:spLocks noGrp="1" noChangeArrowheads="1"/>
          </p:cNvSpPr>
          <p:nvPr>
            <p:ph type="ctrTitle" sz="quarter"/>
          </p:nvPr>
        </p:nvSpPr>
        <p:spPr>
          <a:xfrm>
            <a:off x="647999" y="3721206"/>
            <a:ext cx="10895999" cy="648000"/>
          </a:xfrm>
        </p:spPr>
        <p:txBody>
          <a:bodyPr wrap="square" lIns="0" tIns="0" rIns="0" bIns="0" anchor="ctr"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702" name="Rectangle 582"/>
          <p:cNvSpPr>
            <a:spLocks noGrp="1" noChangeArrowheads="1"/>
          </p:cNvSpPr>
          <p:nvPr>
            <p:ph type="subTitle" idx="1"/>
          </p:nvPr>
        </p:nvSpPr>
        <p:spPr>
          <a:xfrm>
            <a:off x="648000" y="4697911"/>
            <a:ext cx="10895998" cy="9625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650284" y="1197558"/>
            <a:ext cx="4893714" cy="1557091"/>
          </a:xfrm>
          <a:prstGeom prst="rect">
            <a:avLst/>
          </a:prstGeom>
        </p:spPr>
      </p:pic>
      <p:sp>
        <p:nvSpPr>
          <p:cNvPr id="21" name="Rectangle Green"/>
          <p:cNvSpPr>
            <a:spLocks noChangeArrowheads="1"/>
          </p:cNvSpPr>
          <p:nvPr/>
        </p:nvSpPr>
        <p:spPr bwMode="auto">
          <a:xfrm>
            <a:off x="648000" y="0"/>
            <a:ext cx="11544000" cy="6480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  <a:defRPr/>
            </a:pPr>
            <a:endParaRPr lang="en-US" sz="24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23" name="Rectangle Green"/>
          <p:cNvSpPr>
            <a:spLocks noChangeArrowheads="1"/>
          </p:cNvSpPr>
          <p:nvPr/>
        </p:nvSpPr>
        <p:spPr bwMode="auto">
          <a:xfrm>
            <a:off x="0" y="0"/>
            <a:ext cx="648000" cy="64800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  <a:defRPr/>
            </a:pPr>
            <a:endParaRPr lang="en-US" sz="24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FAEFC-A781-4072-B5CE-D9BE3E95AD35}" type="datetimeFigureOut">
              <a:rPr lang="de-DE" smtClean="0"/>
              <a:t>08.05.23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C5437-A560-4388-A936-497BAD7CB8B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7936499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"/>
          <p:cNvSpPr>
            <a:spLocks noGrp="1"/>
          </p:cNvSpPr>
          <p:nvPr>
            <p:ph idx="1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 algn="l" defTabSz="757238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itchFamily="34" charset="0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757238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itchFamily="34" charset="0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757238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itchFamily="34" charset="0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757238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itchFamily="34" charset="0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757238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itchFamily="34" charset="0"/>
              <a:defRPr lang="en-US" sz="18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r>
              <a:rPr lang="de-DE" dirty="0"/>
              <a:t>AF-Seminar </a:t>
            </a:r>
            <a:endParaRPr lang="en-US" dirty="0"/>
          </a:p>
        </p:txBody>
      </p:sp>
      <p:sp>
        <p:nvSpPr>
          <p:cNvPr id="5" name="Date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279362" y="6232318"/>
            <a:ext cx="588636" cy="685800"/>
          </a:xfrm>
          <a:ln/>
        </p:spPr>
        <p:txBody>
          <a:bodyPr>
            <a:normAutofit/>
          </a:bodyPr>
          <a:lstStyle>
            <a:lvl1pPr>
              <a:defRPr sz="1400" b="1"/>
            </a:lvl1pPr>
          </a:lstStyle>
          <a:p>
            <a:pPr>
              <a:defRPr/>
            </a:pPr>
            <a:fld id="{E2E3A879-3F40-4230-9C68-CBA9AEDBE0AF}" type="slidenum">
              <a:rPr lang="en-US" smtClean="0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43303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BEF3B10-AE7E-40C6-848B-D0F7A7649F46}"/>
              </a:ext>
            </a:extLst>
          </p:cNvPr>
          <p:cNvGrpSpPr/>
          <p:nvPr/>
        </p:nvGrpSpPr>
        <p:grpSpPr>
          <a:xfrm>
            <a:off x="0" y="0"/>
            <a:ext cx="12192000" cy="648000"/>
            <a:chOff x="0" y="0"/>
            <a:chExt cx="12192000" cy="648000"/>
          </a:xfrm>
        </p:grpSpPr>
        <p:sp>
          <p:nvSpPr>
            <p:cNvPr id="4128" name="Rectangle Green"/>
            <p:cNvSpPr>
              <a:spLocks noChangeArrowheads="1"/>
            </p:cNvSpPr>
            <p:nvPr userDrawn="1"/>
          </p:nvSpPr>
          <p:spPr bwMode="auto">
            <a:xfrm>
              <a:off x="648000" y="0"/>
              <a:ext cx="11544000" cy="64800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defRPr/>
              </a:pPr>
              <a:endParaRPr lang="en-US" sz="2400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106" name="Rectangle Green"/>
            <p:cNvSpPr>
              <a:spLocks noChangeArrowheads="1"/>
            </p:cNvSpPr>
            <p:nvPr userDrawn="1"/>
          </p:nvSpPr>
          <p:spPr bwMode="auto">
            <a:xfrm>
              <a:off x="0" y="0"/>
              <a:ext cx="648000" cy="64800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defRPr/>
              </a:pPr>
              <a:endParaRPr lang="en-US" sz="240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</p:grpSp>
      <p:sp>
        <p:nvSpPr>
          <p:cNvPr id="71" name="Rectangle Green"/>
          <p:cNvSpPr>
            <a:spLocks noChangeArrowheads="1"/>
          </p:cNvSpPr>
          <p:nvPr/>
        </p:nvSpPr>
        <p:spPr bwMode="auto">
          <a:xfrm>
            <a:off x="0" y="646550"/>
            <a:ext cx="324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  <a:defRPr/>
            </a:pPr>
            <a:endParaRPr lang="en-US" sz="24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72" name="Rectangle Green"/>
          <p:cNvSpPr>
            <a:spLocks noChangeArrowheads="1"/>
          </p:cNvSpPr>
          <p:nvPr/>
        </p:nvSpPr>
        <p:spPr bwMode="auto">
          <a:xfrm>
            <a:off x="11868000" y="646550"/>
            <a:ext cx="324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  <a:defRPr/>
            </a:pPr>
            <a:endParaRPr lang="en-US" sz="24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73" name="Rectangle Green"/>
          <p:cNvSpPr>
            <a:spLocks noChangeArrowheads="1"/>
          </p:cNvSpPr>
          <p:nvPr/>
        </p:nvSpPr>
        <p:spPr bwMode="auto">
          <a:xfrm>
            <a:off x="11868000" y="6212221"/>
            <a:ext cx="324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  <a:defRPr/>
            </a:pPr>
            <a:endParaRPr lang="en-US" sz="24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74" name="Rectangle Green"/>
          <p:cNvSpPr>
            <a:spLocks noChangeArrowheads="1"/>
          </p:cNvSpPr>
          <p:nvPr/>
        </p:nvSpPr>
        <p:spPr bwMode="auto">
          <a:xfrm>
            <a:off x="-13108" y="6212221"/>
            <a:ext cx="324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  <a:defRPr/>
            </a:pPr>
            <a:endParaRPr lang="en-US" sz="24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2057" name="Title"/>
          <p:cNvSpPr>
            <a:spLocks noGrp="1" noChangeArrowheads="1"/>
          </p:cNvSpPr>
          <p:nvPr>
            <p:ph type="title"/>
          </p:nvPr>
        </p:nvSpPr>
        <p:spPr bwMode="auto">
          <a:xfrm>
            <a:off x="648000" y="0"/>
            <a:ext cx="8904384" cy="6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8000" tIns="0" rIns="108000" bIns="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endParaRPr lang="en-US" dirty="0"/>
          </a:p>
        </p:txBody>
      </p:sp>
      <p:sp>
        <p:nvSpPr>
          <p:cNvPr id="4100" name="Footer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630817" y="6534771"/>
            <a:ext cx="9589181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54000" rIns="0" bIns="54000" numCol="1" anchor="ctr" anchorCtr="0" compatLnSpc="1">
            <a:prstTxWarp prst="textNoShape">
              <a:avLst/>
            </a:prstTxWarp>
            <a:normAutofit/>
          </a:bodyPr>
          <a:lstStyle>
            <a:lvl1pPr algn="l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</a:defRPr>
            </a:lvl1pPr>
          </a:lstStyle>
          <a:p>
            <a:endParaRPr lang="de-DE"/>
          </a:p>
        </p:txBody>
      </p:sp>
      <p:sp>
        <p:nvSpPr>
          <p:cNvPr id="4107" name="Date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18922" y="6534771"/>
            <a:ext cx="987896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54000" rIns="0" bIns="54000" numCol="1" anchor="ctr" anchorCtr="0" compatLnSpc="1">
            <a:prstTxWarp prst="textNoShape">
              <a:avLst/>
            </a:prstTxWarp>
            <a:normAutofit/>
          </a:bodyPr>
          <a:lstStyle>
            <a:lvl1pPr algn="ctr"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</a:defRPr>
            </a:lvl1pPr>
          </a:lstStyle>
          <a:p>
            <a:fld id="{D79FAEFC-A781-4072-B5CE-D9BE3E95AD35}" type="datetimeFigureOut">
              <a:rPr lang="de-DE" smtClean="0"/>
              <a:t>08.05.23</a:t>
            </a:fld>
            <a:endParaRPr lang="de-DE"/>
          </a:p>
        </p:txBody>
      </p:sp>
      <p:sp>
        <p:nvSpPr>
          <p:cNvPr id="4101" name="Slide number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543999" y="6534771"/>
            <a:ext cx="324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54000" rIns="0" bIns="54000" numCol="1" anchor="ctr" anchorCtr="0" compatLnSpc="1">
            <a:prstTxWarp prst="textNoShape">
              <a:avLst/>
            </a:prstTxWarp>
            <a:normAutofit/>
          </a:bodyPr>
          <a:lstStyle>
            <a:lvl1pPr algn="r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</a:defRPr>
            </a:lvl1pPr>
          </a:lstStyle>
          <a:p>
            <a:fld id="{8E0C5437-A560-4388-A936-497BAD7CB8B9}" type="slidenum">
              <a:rPr lang="de-DE" smtClean="0"/>
              <a:t>‹Nr.›</a:t>
            </a:fld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318921" y="970550"/>
            <a:ext cx="11549077" cy="524167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169B2C1-1BD4-4EBE-BBED-9BC9A4B6C324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552384" y="58800"/>
            <a:ext cx="2596458" cy="511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6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ransition/>
  <p:txStyles>
    <p:titleStyle>
      <a:lvl1pPr algn="l" defTabSz="757209" rtl="0" eaLnBrk="1" fontAlgn="base" hangingPunct="1">
        <a:lnSpc>
          <a:spcPts val="2150"/>
        </a:lnSpc>
        <a:spcBef>
          <a:spcPct val="0"/>
        </a:spcBef>
        <a:spcAft>
          <a:spcPct val="0"/>
        </a:spcAft>
        <a:defRPr sz="2000" b="1">
          <a:solidFill>
            <a:schemeClr val="bg2"/>
          </a:solidFill>
          <a:latin typeface="+mj-lt"/>
          <a:ea typeface="+mj-ea"/>
          <a:cs typeface="+mj-cs"/>
        </a:defRPr>
      </a:lvl1pPr>
      <a:lvl2pPr algn="l" defTabSz="757209" rtl="0" eaLnBrk="1" fontAlgn="base" hangingPunct="1">
        <a:lnSpc>
          <a:spcPts val="2150"/>
        </a:lnSpc>
        <a:spcBef>
          <a:spcPct val="0"/>
        </a:spcBef>
        <a:spcAft>
          <a:spcPct val="0"/>
        </a:spcAft>
        <a:defRPr sz="2000" b="1">
          <a:solidFill>
            <a:schemeClr val="bg2"/>
          </a:solidFill>
          <a:latin typeface="Arial" charset="0"/>
        </a:defRPr>
      </a:lvl2pPr>
      <a:lvl3pPr algn="l" defTabSz="757209" rtl="0" eaLnBrk="1" fontAlgn="base" hangingPunct="1">
        <a:lnSpc>
          <a:spcPts val="2150"/>
        </a:lnSpc>
        <a:spcBef>
          <a:spcPct val="0"/>
        </a:spcBef>
        <a:spcAft>
          <a:spcPct val="0"/>
        </a:spcAft>
        <a:defRPr sz="2000" b="1">
          <a:solidFill>
            <a:schemeClr val="bg2"/>
          </a:solidFill>
          <a:latin typeface="Arial" charset="0"/>
        </a:defRPr>
      </a:lvl3pPr>
      <a:lvl4pPr algn="l" defTabSz="757209" rtl="0" eaLnBrk="1" fontAlgn="base" hangingPunct="1">
        <a:lnSpc>
          <a:spcPts val="2150"/>
        </a:lnSpc>
        <a:spcBef>
          <a:spcPct val="0"/>
        </a:spcBef>
        <a:spcAft>
          <a:spcPct val="0"/>
        </a:spcAft>
        <a:defRPr sz="2000" b="1">
          <a:solidFill>
            <a:schemeClr val="bg2"/>
          </a:solidFill>
          <a:latin typeface="Arial" charset="0"/>
        </a:defRPr>
      </a:lvl4pPr>
      <a:lvl5pPr algn="l" defTabSz="757209" rtl="0" eaLnBrk="1" fontAlgn="base" hangingPunct="1">
        <a:lnSpc>
          <a:spcPts val="2150"/>
        </a:lnSpc>
        <a:spcBef>
          <a:spcPct val="0"/>
        </a:spcBef>
        <a:spcAft>
          <a:spcPct val="0"/>
        </a:spcAft>
        <a:defRPr sz="2000" b="1">
          <a:solidFill>
            <a:schemeClr val="bg2"/>
          </a:solidFill>
          <a:latin typeface="Arial" charset="0"/>
        </a:defRPr>
      </a:lvl5pPr>
      <a:lvl6pPr marL="457182" algn="l" defTabSz="757209" rtl="0" eaLnBrk="1" fontAlgn="base" hangingPunct="1">
        <a:lnSpc>
          <a:spcPts val="2150"/>
        </a:lnSpc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6pPr>
      <a:lvl7pPr marL="914365" algn="l" defTabSz="757209" rtl="0" eaLnBrk="1" fontAlgn="base" hangingPunct="1">
        <a:lnSpc>
          <a:spcPts val="2150"/>
        </a:lnSpc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7pPr>
      <a:lvl8pPr marL="1371547" algn="l" defTabSz="757209" rtl="0" eaLnBrk="1" fontAlgn="base" hangingPunct="1">
        <a:lnSpc>
          <a:spcPts val="2150"/>
        </a:lnSpc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8pPr>
      <a:lvl9pPr marL="1828729" algn="l" defTabSz="757209" rtl="0" eaLnBrk="1" fontAlgn="base" hangingPunct="1">
        <a:lnSpc>
          <a:spcPts val="2150"/>
        </a:lnSpc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9pPr>
    </p:titleStyle>
    <p:bodyStyle>
      <a:lvl1pPr marL="342887" indent="-342887" algn="l" defTabSz="757209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Arial" pitchFamily="34" charset="0"/>
        <a:defRPr lang="en-US" sz="18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612752" indent="-342887" algn="l" defTabSz="757209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Arial" pitchFamily="34" charset="0"/>
        <a:defRPr lang="en-US" sz="18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879441" indent="-342887" algn="l" defTabSz="757209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Arial" pitchFamily="34" charset="0"/>
        <a:defRPr lang="en-US" sz="18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150894" indent="-342887" algn="l" defTabSz="757209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Arial" pitchFamily="34" charset="0"/>
        <a:defRPr lang="en-US" sz="18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412820" indent="-342887" algn="l" defTabSz="757209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Arial" pitchFamily="34" charset="0"/>
        <a:defRPr lang="en-US" sz="18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135020" indent="-161919" algn="l" defTabSz="757209" rtl="0" eaLnBrk="1" fontAlgn="base" hangingPunct="1">
        <a:spcBef>
          <a:spcPct val="20000"/>
        </a:spcBef>
        <a:spcAft>
          <a:spcPct val="0"/>
        </a:spcAft>
        <a:buClr>
          <a:srgbClr val="003073"/>
        </a:buClr>
        <a:buSzPct val="100000"/>
        <a:buFont typeface="Wingdings" pitchFamily="2" charset="2"/>
        <a:buChar char=""/>
        <a:defRPr sz="1600">
          <a:solidFill>
            <a:schemeClr val="tx1"/>
          </a:solidFill>
          <a:latin typeface="+mn-lt"/>
        </a:defRPr>
      </a:lvl6pPr>
      <a:lvl7pPr marL="1592202" indent="-161919" algn="l" defTabSz="757209" rtl="0" eaLnBrk="1" fontAlgn="base" hangingPunct="1">
        <a:spcBef>
          <a:spcPct val="20000"/>
        </a:spcBef>
        <a:spcAft>
          <a:spcPct val="0"/>
        </a:spcAft>
        <a:buClr>
          <a:srgbClr val="003073"/>
        </a:buClr>
        <a:buSzPct val="100000"/>
        <a:buFont typeface="Wingdings" pitchFamily="2" charset="2"/>
        <a:buChar char=""/>
        <a:defRPr sz="1600">
          <a:solidFill>
            <a:schemeClr val="tx1"/>
          </a:solidFill>
          <a:latin typeface="+mn-lt"/>
        </a:defRPr>
      </a:lvl7pPr>
      <a:lvl8pPr marL="2049385" indent="-161919" algn="l" defTabSz="757209" rtl="0" eaLnBrk="1" fontAlgn="base" hangingPunct="1">
        <a:spcBef>
          <a:spcPct val="20000"/>
        </a:spcBef>
        <a:spcAft>
          <a:spcPct val="0"/>
        </a:spcAft>
        <a:buClr>
          <a:srgbClr val="003073"/>
        </a:buClr>
        <a:buSzPct val="100000"/>
        <a:buFont typeface="Wingdings" pitchFamily="2" charset="2"/>
        <a:buChar char=""/>
        <a:defRPr sz="1600">
          <a:solidFill>
            <a:schemeClr val="tx1"/>
          </a:solidFill>
          <a:latin typeface="+mn-lt"/>
        </a:defRPr>
      </a:lvl8pPr>
      <a:lvl9pPr marL="2506567" indent="-161919" algn="l" defTabSz="757209" rtl="0" eaLnBrk="1" fontAlgn="base" hangingPunct="1">
        <a:spcBef>
          <a:spcPct val="20000"/>
        </a:spcBef>
        <a:spcAft>
          <a:spcPct val="0"/>
        </a:spcAft>
        <a:buClr>
          <a:srgbClr val="003073"/>
        </a:buClr>
        <a:buSzPct val="100000"/>
        <a:buFont typeface="Wingdings" pitchFamily="2" charset="2"/>
        <a:buChar char="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5" algn="l" defTabSz="9143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7" algn="l" defTabSz="9143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9" algn="l" defTabSz="9143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3" algn="l" defTabSz="9143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5" algn="l" defTabSz="9143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7" algn="l" defTabSz="9143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0" algn="l" defTabSz="9143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/>
        <p:txBody>
          <a:bodyPr>
            <a:normAutofit/>
          </a:bodyPr>
          <a:lstStyle/>
          <a:p>
            <a:r>
              <a:rPr lang="de-DE" dirty="0"/>
              <a:t>DCAITI-Projekt: Thema</a:t>
            </a:r>
            <a:br>
              <a:rPr lang="de-DE" dirty="0"/>
            </a:br>
            <a:endParaRPr lang="de-D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endParaRPr lang="en-US" dirty="0"/>
          </a:p>
          <a:p>
            <a:r>
              <a:rPr lang="en-US" dirty="0"/>
              <a:t> </a:t>
            </a:r>
          </a:p>
          <a:p>
            <a:r>
              <a:rPr lang="en-US" dirty="0"/>
              <a:t>Name	</a:t>
            </a:r>
            <a:r>
              <a:rPr lang="en-US" u="sng" dirty="0" err="1"/>
              <a:t>your_mail@tu-berlin.de</a:t>
            </a:r>
            <a:endParaRPr lang="en-US" u="sng" dirty="0"/>
          </a:p>
          <a:p>
            <a:br>
              <a:rPr lang="en-US" dirty="0"/>
            </a:br>
            <a:endParaRPr lang="en-US" dirty="0"/>
          </a:p>
          <a:p>
            <a:endParaRPr lang="de-DE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9EF981C-1923-DA46-8294-08C68914765D}"/>
              </a:ext>
            </a:extLst>
          </p:cNvPr>
          <p:cNvSpPr txBox="1">
            <a:spLocks/>
          </p:cNvSpPr>
          <p:nvPr/>
        </p:nvSpPr>
        <p:spPr>
          <a:xfrm>
            <a:off x="968151" y="5205680"/>
            <a:ext cx="10255698" cy="962531"/>
          </a:xfrm>
          <a:prstGeom prst="rect">
            <a:avLst/>
          </a:prstGeom>
        </p:spPr>
        <p:txBody>
          <a:bodyPr vert="horz" lIns="0" tIns="0" rIns="0" bIns="0" rtlCol="0">
            <a:normAutofit fontScale="77500" lnSpcReduction="20000"/>
          </a:bodyPr>
          <a:lstStyle>
            <a:lvl1pPr marL="342887" indent="-342887" algn="l" defTabSz="757209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itchFamily="34" charset="0"/>
              <a:defRPr lang="en-US"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752" indent="-342887" algn="l" defTabSz="757209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itchFamily="34" charset="0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79441" indent="-342887" algn="l" defTabSz="757209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itchFamily="34" charset="0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0894" indent="-342887" algn="l" defTabSz="757209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itchFamily="34" charset="0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12820" indent="-342887" algn="l" defTabSz="757209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itchFamily="34" charset="0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35020" indent="-161919" algn="l" defTabSz="757209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073"/>
              </a:buClr>
              <a:buSzPct val="100000"/>
              <a:buFont typeface="Wingdings" pitchFamily="2" charset="2"/>
              <a:buChar char=""/>
              <a:defRPr sz="1600">
                <a:solidFill>
                  <a:schemeClr val="tx1"/>
                </a:solidFill>
                <a:latin typeface="+mn-lt"/>
              </a:defRPr>
            </a:lvl6pPr>
            <a:lvl7pPr marL="1592202" indent="-161919" algn="l" defTabSz="757209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073"/>
              </a:buClr>
              <a:buSzPct val="100000"/>
              <a:buFont typeface="Wingdings" pitchFamily="2" charset="2"/>
              <a:buChar char=""/>
              <a:defRPr sz="1600">
                <a:solidFill>
                  <a:schemeClr val="tx1"/>
                </a:solidFill>
                <a:latin typeface="+mn-lt"/>
              </a:defRPr>
            </a:lvl7pPr>
            <a:lvl8pPr marL="2049385" indent="-161919" algn="l" defTabSz="757209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073"/>
              </a:buClr>
              <a:buSzPct val="100000"/>
              <a:buFont typeface="Wingdings" pitchFamily="2" charset="2"/>
              <a:buChar char=""/>
              <a:defRPr sz="1600">
                <a:solidFill>
                  <a:schemeClr val="tx1"/>
                </a:solidFill>
                <a:latin typeface="+mn-lt"/>
              </a:defRPr>
            </a:lvl8pPr>
            <a:lvl9pPr marL="2506567" indent="-161919" algn="l" defTabSz="757209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073"/>
              </a:buClr>
              <a:buSzPct val="100000"/>
              <a:buFont typeface="Wingdings" pitchFamily="2" charset="2"/>
              <a:buChar char="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endParaRPr lang="de-DE" kern="0" dirty="0"/>
          </a:p>
          <a:p>
            <a:r>
              <a:rPr lang="de-DE" kern="0" dirty="0"/>
              <a:t> </a:t>
            </a:r>
          </a:p>
          <a:p>
            <a:r>
              <a:rPr lang="de-DE" kern="0" dirty="0"/>
              <a:t>Betreuer*in:</a:t>
            </a:r>
            <a:endParaRPr lang="de-DE" u="sng" kern="0" dirty="0"/>
          </a:p>
          <a:p>
            <a:br>
              <a:rPr lang="de-DE" kern="0" dirty="0"/>
            </a:br>
            <a:endParaRPr lang="de-DE" kern="0" dirty="0"/>
          </a:p>
          <a:p>
            <a:endParaRPr lang="de-DE" kern="0" dirty="0"/>
          </a:p>
        </p:txBody>
      </p:sp>
    </p:spTree>
    <p:extLst>
      <p:ext uri="{BB962C8B-B14F-4D97-AF65-F5344CB8AC3E}">
        <p14:creationId xmlns:p14="http://schemas.microsoft.com/office/powerpoint/2010/main" val="269512749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AADE3B3A-512E-BE4C-9F1B-AB673666C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BB5B5F7-4C6F-6B46-BDBF-934CE7B53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4AFA53D-E115-7047-B2CB-E9AE85F5A5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DCAITI -Projekt </a:t>
            </a:r>
            <a:endParaRPr lang="en-US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F9374B0-FBEC-4547-9C0C-1CAC1987665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7B413B5-FADD-FC44-8FBA-397AE201F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E3A879-3F40-4230-9C68-CBA9AEDBE0AF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69888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>
          <a:xfrm>
            <a:off x="2895600" y="4114800"/>
            <a:ext cx="6324600" cy="648000"/>
          </a:xfrm>
        </p:spPr>
        <p:txBody>
          <a:bodyPr>
            <a:normAutofit/>
          </a:bodyPr>
          <a:lstStyle/>
          <a:p>
            <a:r>
              <a:rPr lang="de-DE" sz="2400" dirty="0"/>
              <a:t>Vielen Dank für eure Aufmerksamkeit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5791200"/>
            <a:ext cx="10255698" cy="838201"/>
          </a:xfrm>
        </p:spPr>
        <p:txBody>
          <a:bodyPr>
            <a:normAutofit fontScale="70000" lnSpcReduction="20000"/>
          </a:bodyPr>
          <a:lstStyle/>
          <a:p>
            <a:endParaRPr lang="en-US" dirty="0"/>
          </a:p>
          <a:p>
            <a:r>
              <a:rPr lang="en-US" dirty="0"/>
              <a:t> </a:t>
            </a:r>
          </a:p>
          <a:p>
            <a:r>
              <a:rPr lang="en-US" dirty="0"/>
              <a:t>Name 		your _</a:t>
            </a:r>
            <a:r>
              <a:rPr lang="en-US" dirty="0" err="1"/>
              <a:t>mail@tu-berlin.de</a:t>
            </a:r>
            <a:endParaRPr lang="en-US" u="sng" dirty="0"/>
          </a:p>
          <a:p>
            <a:br>
              <a:rPr lang="en-US" dirty="0"/>
            </a:br>
            <a:endParaRPr lang="en-US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3480695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DCAITI 2016">
  <a:themeElements>
    <a:clrScheme name="DCAITI">
      <a:dk1>
        <a:srgbClr val="000000"/>
      </a:dk1>
      <a:lt1>
        <a:srgbClr val="FFFFFF"/>
      </a:lt1>
      <a:dk2>
        <a:srgbClr val="848684"/>
      </a:dk2>
      <a:lt2>
        <a:srgbClr val="FFFFFF"/>
      </a:lt2>
      <a:accent1>
        <a:srgbClr val="003073"/>
      </a:accent1>
      <a:accent2>
        <a:srgbClr val="DC3400"/>
      </a:accent2>
      <a:accent3>
        <a:srgbClr val="7ABA1E"/>
      </a:accent3>
      <a:accent4>
        <a:srgbClr val="FFBE1B"/>
      </a:accent4>
      <a:accent5>
        <a:srgbClr val="848684"/>
      </a:accent5>
      <a:accent6>
        <a:srgbClr val="626462"/>
      </a:accent6>
      <a:hlink>
        <a:srgbClr val="000000"/>
      </a:hlink>
      <a:folHlink>
        <a:srgbClr val="000000"/>
      </a:folHlink>
    </a:clrScheme>
    <a:fontScheme name="DCAITI_Entwurfsvorlage2006-02-2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ts val="1000"/>
          </a:spcBef>
          <a:spcAft>
            <a:spcPct val="0"/>
          </a:spcAft>
          <a:buClrTx/>
          <a:buSzTx/>
          <a:buFontTx/>
          <a:buNone/>
          <a:tabLst/>
          <a:defRPr kumimoji="0" lang="de-DE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ts val="1000"/>
          </a:spcBef>
          <a:spcAft>
            <a:spcPct val="0"/>
          </a:spcAft>
          <a:buClrTx/>
          <a:buSzTx/>
          <a:buFontTx/>
          <a:buNone/>
          <a:tabLst/>
          <a:defRPr kumimoji="0" lang="de-DE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CAITI_Entwurfsvorlage2006-02-23 1">
        <a:dk1>
          <a:srgbClr val="000000"/>
        </a:dk1>
        <a:lt1>
          <a:srgbClr val="FFFFFF"/>
        </a:lt1>
        <a:dk2>
          <a:srgbClr val="000000"/>
        </a:dk2>
        <a:lt2>
          <a:srgbClr val="848684"/>
        </a:lt2>
        <a:accent1>
          <a:srgbClr val="003073"/>
        </a:accent1>
        <a:accent2>
          <a:srgbClr val="C83200"/>
        </a:accent2>
        <a:accent3>
          <a:srgbClr val="FFFFFF"/>
        </a:accent3>
        <a:accent4>
          <a:srgbClr val="000000"/>
        </a:accent4>
        <a:accent5>
          <a:srgbClr val="AAADBC"/>
        </a:accent5>
        <a:accent6>
          <a:srgbClr val="B52C00"/>
        </a:accent6>
        <a:hlink>
          <a:srgbClr val="009999"/>
        </a:hlink>
        <a:folHlink>
          <a:srgbClr val="E1960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CAITI_Entwurfsvorlage2006-02-23 2">
        <a:dk1>
          <a:srgbClr val="000000"/>
        </a:dk1>
        <a:lt1>
          <a:srgbClr val="FFFFFF"/>
        </a:lt1>
        <a:dk2>
          <a:srgbClr val="FFFFFF"/>
        </a:dk2>
        <a:lt2>
          <a:srgbClr val="848684"/>
        </a:lt2>
        <a:accent1>
          <a:srgbClr val="003073"/>
        </a:accent1>
        <a:accent2>
          <a:srgbClr val="C83200"/>
        </a:accent2>
        <a:accent3>
          <a:srgbClr val="FFFFFF"/>
        </a:accent3>
        <a:accent4>
          <a:srgbClr val="000000"/>
        </a:accent4>
        <a:accent5>
          <a:srgbClr val="AAADBC"/>
        </a:accent5>
        <a:accent6>
          <a:srgbClr val="B52C00"/>
        </a:accent6>
        <a:hlink>
          <a:srgbClr val="009999"/>
        </a:hlink>
        <a:folHlink>
          <a:srgbClr val="E1960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CAITI_Entwurfsvorlage2006-02-23 3">
        <a:dk1>
          <a:srgbClr val="000000"/>
        </a:dk1>
        <a:lt1>
          <a:srgbClr val="FFFFFF"/>
        </a:lt1>
        <a:dk2>
          <a:srgbClr val="FFFFFF"/>
        </a:dk2>
        <a:lt2>
          <a:srgbClr val="848684"/>
        </a:lt2>
        <a:accent1>
          <a:srgbClr val="003073"/>
        </a:accent1>
        <a:accent2>
          <a:srgbClr val="C83200"/>
        </a:accent2>
        <a:accent3>
          <a:srgbClr val="FFFFFF"/>
        </a:accent3>
        <a:accent4>
          <a:srgbClr val="000000"/>
        </a:accent4>
        <a:accent5>
          <a:srgbClr val="AAADBC"/>
        </a:accent5>
        <a:accent6>
          <a:srgbClr val="B52C00"/>
        </a:accent6>
        <a:hlink>
          <a:srgbClr val="8DD523"/>
        </a:hlink>
        <a:folHlink>
          <a:srgbClr val="E1960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CAITI_Entwurfsvorlage2006-02-23 4">
        <a:dk1>
          <a:srgbClr val="000000"/>
        </a:dk1>
        <a:lt1>
          <a:srgbClr val="FFFFFF"/>
        </a:lt1>
        <a:dk2>
          <a:srgbClr val="FFFFFF"/>
        </a:dk2>
        <a:lt2>
          <a:srgbClr val="848684"/>
        </a:lt2>
        <a:accent1>
          <a:srgbClr val="003073"/>
        </a:accent1>
        <a:accent2>
          <a:srgbClr val="C83200"/>
        </a:accent2>
        <a:accent3>
          <a:srgbClr val="FFFFFF"/>
        </a:accent3>
        <a:accent4>
          <a:srgbClr val="000000"/>
        </a:accent4>
        <a:accent5>
          <a:srgbClr val="AAADBC"/>
        </a:accent5>
        <a:accent6>
          <a:srgbClr val="B52C00"/>
        </a:accent6>
        <a:hlink>
          <a:srgbClr val="8DD523"/>
        </a:hlink>
        <a:folHlink>
          <a:srgbClr val="FFC73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CAITI_Entwurfsvorlage2006-02-23 5">
        <a:dk1>
          <a:srgbClr val="000000"/>
        </a:dk1>
        <a:lt1>
          <a:srgbClr val="FFFFFF"/>
        </a:lt1>
        <a:dk2>
          <a:srgbClr val="FFFFFF"/>
        </a:dk2>
        <a:lt2>
          <a:srgbClr val="848684"/>
        </a:lt2>
        <a:accent1>
          <a:srgbClr val="003073"/>
        </a:accent1>
        <a:accent2>
          <a:srgbClr val="C83200"/>
        </a:accent2>
        <a:accent3>
          <a:srgbClr val="FFFFFF"/>
        </a:accent3>
        <a:accent4>
          <a:srgbClr val="000000"/>
        </a:accent4>
        <a:accent5>
          <a:srgbClr val="AAADBC"/>
        </a:accent5>
        <a:accent6>
          <a:srgbClr val="B52C00"/>
        </a:accent6>
        <a:hlink>
          <a:srgbClr val="7ABA1E"/>
        </a:hlink>
        <a:folHlink>
          <a:srgbClr val="FFC73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CAITI_Entwurfsvorlage2006-02-23 6">
        <a:dk1>
          <a:srgbClr val="000000"/>
        </a:dk1>
        <a:lt1>
          <a:srgbClr val="FFFFFF"/>
        </a:lt1>
        <a:dk2>
          <a:srgbClr val="FFFFFF"/>
        </a:dk2>
        <a:lt2>
          <a:srgbClr val="848684"/>
        </a:lt2>
        <a:accent1>
          <a:srgbClr val="003073"/>
        </a:accent1>
        <a:accent2>
          <a:srgbClr val="C83200"/>
        </a:accent2>
        <a:accent3>
          <a:srgbClr val="FFFFFF"/>
        </a:accent3>
        <a:accent4>
          <a:srgbClr val="000000"/>
        </a:accent4>
        <a:accent5>
          <a:srgbClr val="AAADBC"/>
        </a:accent5>
        <a:accent6>
          <a:srgbClr val="B52C00"/>
        </a:accent6>
        <a:hlink>
          <a:srgbClr val="7ABA1E"/>
        </a:hlink>
        <a:folHlink>
          <a:srgbClr val="FFBE1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CAITI_Entwurfsvorlage2006-02-23 7">
        <a:dk1>
          <a:srgbClr val="000000"/>
        </a:dk1>
        <a:lt1>
          <a:srgbClr val="FFFFFF"/>
        </a:lt1>
        <a:dk2>
          <a:srgbClr val="FFFFFF"/>
        </a:dk2>
        <a:lt2>
          <a:srgbClr val="848684"/>
        </a:lt2>
        <a:accent1>
          <a:srgbClr val="003073"/>
        </a:accent1>
        <a:accent2>
          <a:srgbClr val="E43600"/>
        </a:accent2>
        <a:accent3>
          <a:srgbClr val="FFFFFF"/>
        </a:accent3>
        <a:accent4>
          <a:srgbClr val="000000"/>
        </a:accent4>
        <a:accent5>
          <a:srgbClr val="AAADBC"/>
        </a:accent5>
        <a:accent6>
          <a:srgbClr val="CF3000"/>
        </a:accent6>
        <a:hlink>
          <a:srgbClr val="7ABA1E"/>
        </a:hlink>
        <a:folHlink>
          <a:srgbClr val="FFBE1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CAITI_Entwurfsvorlage2006-02-23 8">
        <a:dk1>
          <a:srgbClr val="000000"/>
        </a:dk1>
        <a:lt1>
          <a:srgbClr val="FFFFFF"/>
        </a:lt1>
        <a:dk2>
          <a:srgbClr val="FFFFFF"/>
        </a:dk2>
        <a:lt2>
          <a:srgbClr val="848684"/>
        </a:lt2>
        <a:accent1>
          <a:srgbClr val="003073"/>
        </a:accent1>
        <a:accent2>
          <a:srgbClr val="DC3400"/>
        </a:accent2>
        <a:accent3>
          <a:srgbClr val="FFFFFF"/>
        </a:accent3>
        <a:accent4>
          <a:srgbClr val="000000"/>
        </a:accent4>
        <a:accent5>
          <a:srgbClr val="AAADBC"/>
        </a:accent5>
        <a:accent6>
          <a:srgbClr val="C72E00"/>
        </a:accent6>
        <a:hlink>
          <a:srgbClr val="7ABA1E"/>
        </a:hlink>
        <a:folHlink>
          <a:srgbClr val="FFBE1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2" id="{00F32D65-B506-4FCA-8E5C-9A2DA564A841}" vid="{BAD06C7C-8857-4055-8C07-38BBFA049836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DCAITI 2022</Template>
  <TotalTime>0</TotalTime>
  <Words>44</Words>
  <Application>Microsoft Macintosh PowerPoint</Application>
  <PresentationFormat>Breitbild</PresentationFormat>
  <Paragraphs>18</Paragraphs>
  <Slides>3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8" baseType="lpstr">
      <vt:lpstr>Arial</vt:lpstr>
      <vt:lpstr>Calibri</vt:lpstr>
      <vt:lpstr>Times New Roman</vt:lpstr>
      <vt:lpstr>Wingdings</vt:lpstr>
      <vt:lpstr>DCAITI 2016</vt:lpstr>
      <vt:lpstr>DCAITI-Projekt: Thema </vt:lpstr>
      <vt:lpstr>PowerPoint-Präsentation</vt:lpstr>
      <vt:lpstr>Vielen Dank für eure Aufmerksamkeit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Busfahrten-Analyse für Android-Smartphones</dc:title>
  <dc:creator>Ilja</dc:creator>
  <cp:lastModifiedBy>Witzke, Marcus</cp:lastModifiedBy>
  <cp:revision>6</cp:revision>
  <dcterms:created xsi:type="dcterms:W3CDTF">2022-04-18T13:37:31Z</dcterms:created>
  <dcterms:modified xsi:type="dcterms:W3CDTF">2023-05-08T09:16:45Z</dcterms:modified>
</cp:coreProperties>
</file>